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GST Filing &amp; ITC Workbench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527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85"/>
                </a:solidFill>
              </a:rPr>
              <a:t>A clear, evidence-led view of input tax credit and cash 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10789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774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769AA"/>
                </a:solidFill>
              </a:rPr>
              <a:t>From bills and GSTR-2B to a review-ready GST position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051560" y="32004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87085"/>
                </a:solidFill>
              </a:rPr>
              <a:t>Client demonstration · September 2026 · Illustrative data only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527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85"/>
                </a:solidFill>
              </a:rPr>
              <a:t>The number in the books is not always the claimable ITC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Brings purchase-register invoices and GSTR-2B into one review flow.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Separates eligible, deferred, blocked and reversal-related ITC.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Shows the likely cash-flow effect before the return is prepared.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Keeps each result linked back to the contributing invoices.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workbench is organised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2240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 GST Profile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98648" y="2240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35808" y="2788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Bills + GSTR-2B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02936" y="2240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0096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0096" y="2788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Reconciliation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07224" y="2240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38A72"/>
          </a:solidFill>
          <a:ln w="12700">
            <a:solidFill>
              <a:srgbClr val="138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44384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44384" y="2788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ITC scenarios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11512" y="224028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48672" y="240487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948672" y="27889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Return review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sample bills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527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85"/>
                </a:solidFill>
              </a:rPr>
              <a:t>Four fictional invoices demonstrate the key review outcomes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07040" cy="2468880"/>
        </p:xfrm>
        <a:graphic>
          <a:graphicData uri="http://schemas.openxmlformats.org/drawingml/2006/table">
            <a:tbl>
              <a:tblPr/>
              <a:tblGrid>
                <a:gridCol w="3535680"/>
                <a:gridCol w="3535680"/>
                <a:gridCol w="35356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Invoice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Purpose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Expected treatment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DEMO-001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Office supplies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Matched · eligible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CAR-017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Passenger vehicle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Section 17(5)(a) blocked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SVC-2026-09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Software services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In books, absent from 2B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CAT-180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Catering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43B53"/>
                          </a:solidFill>
                        </a:rPr>
                        <a:t>Unpaid &gt;180 days · Rule 37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8006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Use only the included fictional files for a client demo. Never upload production bills to a shared demo.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527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85"/>
                </a:solidFill>
              </a:rPr>
              <a:t>Use the compliant scenario for reporting and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As-booked: starting point from the purchase register.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2B-restricted: excludes bills not reflected in GSTR-2B.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Fully compliant: includes 2B restriction, blocked-credit and reversal treatment.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Supplier-files-late: shows potential future ITC and working-capital delta.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Monthly client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Confirm GST profile and filing period.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Import the purchase register and GSTR-2B for the same period.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Resolve reconciliation exceptions with the bookkeeper or supplier.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Review blocked/deferred/reversal items with the GST practitioner.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Approve the compliant ITC position before return preparation.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Controls clients should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GSTIN validation checks format, state code and checksum.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Passwords and portal credentials are never stored in the profile.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Every exception should have supporting evidence and reviewer notes.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43B53"/>
                </a:solidFill>
              </a:rPr>
              <a:t>The tool supports preparation and review; authorised filing remains a controlled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498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Getting started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25272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7085"/>
                </a:solidFill>
              </a:rPr>
              <a:t>Your demo materials are ready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</a:rPr>
              <a:t>1. Open the GST Filing &amp; ITC Workbench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</a:rPr>
              <a:t>2. Review the client guide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</a:rPr>
              <a:t>3. Use the four sample bills and GSTR-2B extract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43B53"/>
                </a:solidFill>
              </a:rPr>
              <a:t>4. Walk through the compliant scenario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69AA"/>
                </a:solidFill>
              </a:rPr>
              <a:t>Questions? Share the client code, filing period and invoice reference — never passwords or API keys.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GST Filing &amp; ITC Workbench</dc:title>
  <dc:subject>GST Filing and ITC Workbench</dc:subject>
  <dc:creator>Bills &amp; Voucher</dc:creator>
  <cp:lastModifiedBy>Bills &amp; Voucher</cp:lastModifiedBy>
  <cp:revision>1</cp:revision>
  <dcterms:created xsi:type="dcterms:W3CDTF">2026-09-22T17:50:09Z</dcterms:created>
  <dcterms:modified xsi:type="dcterms:W3CDTF">2026-09-22T17:50:09Z</dcterms:modified>
</cp:coreProperties>
</file>